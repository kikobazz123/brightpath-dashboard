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4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734786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469571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204357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939143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73929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08714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603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Brightpath Solutions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BUILDFEST 2026  ·  10ALYTICS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10789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 ·  AI SALES ASSISTANT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137160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sales assistant</a:t>
            </a:r>
            <a:endParaRPr lang="en-US" sz="2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93A0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never claims</a:t>
            </a:r>
            <a:endParaRPr lang="en-US" sz="2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93A0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cannot prove.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02920" y="2816352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6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is captured, analysed, scored against an explicit written rubric, given a drafted follow-up and one recommended next action — then tracked through a status a human still owns.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53912" y="1078992"/>
            <a:ext cx="2487168" cy="2121408"/>
          </a:xfrm>
          <a:prstGeom prst="rect">
            <a:avLst/>
          </a:prstGeom>
          <a:solidFill>
            <a:srgbClr val="18202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53912" y="1078992"/>
            <a:ext cx="2487168" cy="54864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13350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BUILDFEST 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53912" y="160934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8FD3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BF-0976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6501384" y="2377440"/>
            <a:ext cx="1792224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48716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Lordmark Ebimobowei Dorgu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13632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50 checks green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7180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7180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August 2026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3212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brightpath-dashboard.vercel.app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Brightpath Solutions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6" name="Text 4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BF-0976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channels in. Not enough hands to answer them.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792224"/>
            <a:ext cx="3977640" cy="1225296"/>
          </a:xfrm>
          <a:prstGeom prst="rect">
            <a:avLst/>
          </a:prstGeom>
          <a:solidFill>
            <a:srgbClr val="F6F8F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92224"/>
            <a:ext cx="50292" cy="1225296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1109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arrive through five channels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2768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referrals, social media, events and advertising. They land in different places, and none of those places is a queue.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792224"/>
            <a:ext cx="3977640" cy="1225296"/>
          </a:xfrm>
          <a:prstGeom prst="rect">
            <a:avLst/>
          </a:prstGeom>
          <a:solidFill>
            <a:srgbClr val="F6F8F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792224"/>
            <a:ext cx="50292" cy="1225296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91109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 cannot respond quickly enough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2768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first thing lost when volume rises, and no single channel owner sees the whole backlog.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182112"/>
            <a:ext cx="3977640" cy="1225296"/>
          </a:xfrm>
          <a:prstGeom prst="rect">
            <a:avLst/>
          </a:prstGeom>
          <a:solidFill>
            <a:srgbClr val="F6F8F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82112"/>
            <a:ext cx="50292" cy="1225296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284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30098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High-potential prospects miss their window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6667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failure, and the quiet one — nothing on a lead marks it as having been missed.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182112"/>
            <a:ext cx="3977640" cy="1225296"/>
          </a:xfrm>
          <a:prstGeom prst="rect">
            <a:avLst/>
          </a:prstGeom>
          <a:solidFill>
            <a:srgbClr val="F6F8F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182112"/>
            <a:ext cx="50292" cy="1225296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3284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30098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Reps review and write by hand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92040" y="36667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raw enquiries and composing follow-ups are the two tasks that scale worst with volume.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68012"/>
            <a:ext cx="8138160" cy="0"/>
          </a:xfrm>
          <a:prstGeom prst="line">
            <a:avLst/>
          </a:prstGeom>
          <a:noFill/>
          <a:ln w="12700">
            <a:solidFill>
              <a:srgbClr val="E2E6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228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Lordmark Ebimobowei Dorgu  ·  BuildFest ID </a:t>
            </a:r>
            <a:pPr indent="0" marL="0">
              <a:buNone/>
            </a:pPr>
            <a:r>
              <a:rPr lang="en-US" sz="9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BF-0976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26680" y="47228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Brightpath Solutions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6" name="Text 4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BF-0976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six capabilities the brief asks for. All six, working.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27632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1810512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801368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and organise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2121408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website form, the REST API, a CSV import or a source webhook. Raw text is kept beside the normalised fields.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0809" y="1627632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0809" y="1627632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1977" y="1810512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1977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9449" y="1801368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the lead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1977" y="2121408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size, industry, budget, need and interest — each returned with the verbatim quote it came from.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8698" y="1627632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8698" y="1627632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9866" y="1810512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4" name="Text 22"/>
          <p:cNvSpPr/>
          <p:nvPr/>
        </p:nvSpPr>
        <p:spPr>
          <a:xfrm>
            <a:off x="623986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7338" y="1801368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and classify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9866" y="2121408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rubric held in source control, applied by deterministic code. Never by the model.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871216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287121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3044952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 follow-up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" y="3364992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drafted subject and message, grounded only in signals actually found in the lead's own words.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70809" y="2871216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0809" y="287121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35" name="Shape 33"/>
          <p:cNvSpPr/>
          <p:nvPr/>
        </p:nvSpPr>
        <p:spPr>
          <a:xfrm>
            <a:off x="3471977" y="3054096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36" name="Text 34"/>
          <p:cNvSpPr/>
          <p:nvPr/>
        </p:nvSpPr>
        <p:spPr>
          <a:xfrm>
            <a:off x="3471977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19449" y="3044952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 next action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1977" y="3364992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one, with a reason: send information, schedule a call, or follow up later.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8698" y="2871216"/>
            <a:ext cx="260329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8698" y="287121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41" name="Shape 39"/>
          <p:cNvSpPr/>
          <p:nvPr/>
        </p:nvSpPr>
        <p:spPr>
          <a:xfrm>
            <a:off x="6239866" y="3054096"/>
            <a:ext cx="274320" cy="274320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42" name="Text 40"/>
          <p:cNvSpPr/>
          <p:nvPr/>
        </p:nvSpPr>
        <p:spPr>
          <a:xfrm>
            <a:off x="6239866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7338" y="3044952"/>
            <a:ext cx="1853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the status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39866" y="3364992"/>
            <a:ext cx="22009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Human-set status, an append-only timeline naming every actor, and a first-touch SLA clock.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114800"/>
            <a:ext cx="8138160" cy="420624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" y="411480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extracts evidence. Deterministic code computes the score. </a:t>
            </a:r>
            <a:pPr indent="0" marL="0">
              <a:buNone/>
            </a:pPr>
            <a:r>
              <a:rPr lang="en-US" sz="100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never told what a good lead looks like — that would invite it to flatter whichever lead it is reading.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4668012"/>
            <a:ext cx="8138160" cy="0"/>
          </a:xfrm>
          <a:prstGeom prst="line">
            <a:avLst/>
          </a:prstGeom>
          <a:noFill/>
          <a:ln w="12700">
            <a:solidFill>
              <a:srgbClr val="E2E6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7228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Lordmark Ebimobowei Dorgu  ·  BuildFest ID </a:t>
            </a:r>
            <a:pPr indent="0" marL="0">
              <a:buNone/>
            </a:pPr>
            <a:r>
              <a:rPr lang="en-US" sz="9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BF-0976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26680" y="47228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B0D1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Brightpath Solutions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6" name="Text 4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BF-0976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 Claude Code. Shipped on Vercel.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792224"/>
            <a:ext cx="2603297" cy="1207008"/>
          </a:xfrm>
          <a:prstGeom prst="rect">
            <a:avLst/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92224"/>
            <a:ext cx="2603297" cy="45720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965960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2240280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BUILD ENVIRONMENT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4088" y="2441448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implementation, the verification suites and every document in this submission.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0809" y="1792224"/>
            <a:ext cx="2603297" cy="1207008"/>
          </a:xfrm>
          <a:prstGeom prst="rect">
            <a:avLst/>
          </a:prstGeom>
          <a:solidFill>
            <a:srgbClr val="0B0D10"/>
          </a:solidFill>
          <a:ln w="12700">
            <a:solidFill>
              <a:srgbClr val="0B0D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0809" y="1792224"/>
            <a:ext cx="2603297" cy="45720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16" name="Text 14"/>
          <p:cNvSpPr/>
          <p:nvPr/>
        </p:nvSpPr>
        <p:spPr>
          <a:xfrm>
            <a:off x="3471977" y="1965960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Studio Code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1977" y="2240280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AND TERMINAL HOST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1977" y="2441448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Code ran, and where the diffs were read back before anything was committed.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8698" y="1792224"/>
            <a:ext cx="260329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8698" y="1792224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39866" y="1965960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 · TypeScript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39866" y="2240280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FRAMEWORK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9866" y="2441448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React 19 Server Components. One application holds both the API and the interface.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145536"/>
            <a:ext cx="260329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14553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3319272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Neon · Drizzle · Zod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4088" y="3593592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CONTRACTS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" y="3794760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Postgres, a typed schema, and contracts shared by routes and pages alike.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70809" y="3145536"/>
            <a:ext cx="260329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0809" y="314553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31" name="Text 29"/>
          <p:cNvSpPr/>
          <p:nvPr/>
        </p:nvSpPr>
        <p:spPr>
          <a:xfrm>
            <a:off x="3471977" y="3319272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extraction chain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71977" y="3593592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 → OPENROUTER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1977" y="3794760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with two fallbacks and an honest stub. Advances on any failure, not only rate limits.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8698" y="3145536"/>
            <a:ext cx="260329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8698" y="3145536"/>
            <a:ext cx="2603297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36" name="Text 34"/>
          <p:cNvSpPr/>
          <p:nvPr/>
        </p:nvSpPr>
        <p:spPr>
          <a:xfrm>
            <a:off x="6239866" y="3319272"/>
            <a:ext cx="2200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· GitHub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39866" y="3593592"/>
            <a:ext cx="22009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9866" y="3794760"/>
            <a:ext cx="2200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3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repository, deployed from the master branch on every push.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668012"/>
            <a:ext cx="8138160" cy="0"/>
          </a:xfrm>
          <a:prstGeom prst="line">
            <a:avLst/>
          </a:prstGeom>
          <a:noFill/>
          <a:ln w="12700">
            <a:solidFill>
              <a:srgbClr val="E2E6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7228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Lordmark Ebimobowei Dorgu  ·  BuildFest ID </a:t>
            </a:r>
            <a:pPr indent="0" marL="0">
              <a:buNone/>
            </a:pPr>
            <a:r>
              <a:rPr lang="en-US" sz="9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BF-0976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6680" y="47228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4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734786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469571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204357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939143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73929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08714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603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Brightpath Solutions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23" name="Text 21"/>
          <p:cNvSpPr/>
          <p:nvPr/>
        </p:nvSpPr>
        <p:spPr>
          <a:xfrm>
            <a:off x="7159752" y="2560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BF-0976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8412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10789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brief asked for four things.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502920" y="1664208"/>
            <a:ext cx="3977640" cy="1133856"/>
          </a:xfrm>
          <a:prstGeom prst="rect">
            <a:avLst/>
          </a:prstGeom>
          <a:solidFill>
            <a:srgbClr val="18202A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1664208"/>
            <a:ext cx="45720" cy="1133856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 faster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90672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D3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" y="2148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first useful action across the seven leads a human has touched. The SLA clock sits on the front page, so a breach is countable rather than quietly cold.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664208"/>
            <a:ext cx="3977640" cy="1133856"/>
          </a:xfrm>
          <a:prstGeom prst="rect">
            <a:avLst/>
          </a:prstGeom>
          <a:solidFill>
            <a:srgbClr val="18202A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1664208"/>
            <a:ext cx="45720" cy="1133856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Prioritise opportunities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51192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D3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/ 15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92040" y="2148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arriving already scored and ranked, ten flagged high priority. The other two are withheld for review rather than given a number nobody can defend.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2944368"/>
            <a:ext cx="3977640" cy="1133856"/>
          </a:xfrm>
          <a:prstGeom prst="rect">
            <a:avLst/>
          </a:prstGeom>
          <a:solidFill>
            <a:srgbClr val="18202A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" y="2944368"/>
            <a:ext cx="45720" cy="1133856"/>
          </a:xfrm>
          <a:prstGeom prst="rect">
            <a:avLst/>
          </a:prstGeom>
          <a:solidFill>
            <a:srgbClr val="8FD3B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follow-up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090672" y="3063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D3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1520" y="3429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that start from a blank page. Every scored lead carries a draft in the lead's own words and one recommended action, against the same rubric each time.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944368"/>
            <a:ext cx="3977640" cy="1133856"/>
          </a:xfrm>
          <a:prstGeom prst="rect">
            <a:avLst/>
          </a:prstGeom>
          <a:solidFill>
            <a:srgbClr val="18202A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2944368"/>
            <a:ext cx="45720" cy="11338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more leads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51192" y="3063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3C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claimed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429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and the blank page are removed. Whether that converts is measured in BrightPath's own CRM over time — no conversion or revenue figure is claimed here.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1148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read from the running system. </a:t>
            </a:r>
            <a:pPr indent="0" marL="0">
              <a:buNone/>
            </a:pPr>
            <a:r>
              <a:rPr lang="en-US" sz="1050" dirty="0">
                <a:solidFill>
                  <a:srgbClr val="A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a projection — brightpath-dashboard.vercel.app, about five minutes end to end.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4668012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7228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Lordmark Ebimobowei Dorgu  ·  BuildFest ID </a:t>
            </a:r>
            <a:pPr indent="0" marL="0">
              <a:buNone/>
            </a:pPr>
            <a:r>
              <a:rPr lang="en-US" sz="900" b="1" dirty="0">
                <a:solidFill>
                  <a:srgbClr val="8F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BF-0976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26680" y="47228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Brightpath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BrightPath AI Sales Assistant — BF-0976</dc:title>
  <dc:subject>AI BuildFest 2026, Case Study 2. BuildFest ID BF-0976</dc:subject>
  <dc:creator>Lordmark Ebimobowei Dorgu</dc:creator>
  <cp:lastModifiedBy>Lordmark Ebimobowei Dorgu</cp:lastModifiedBy>
  <cp:revision>1</cp:revision>
  <dcterms:created xsi:type="dcterms:W3CDTF">2026-08-26T08:22:45Z</dcterms:created>
  <dcterms:modified xsi:type="dcterms:W3CDTF">2026-08-26T08:22:45Z</dcterms:modified>
</cp:coreProperties>
</file>